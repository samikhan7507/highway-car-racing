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pp_03_race_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926080"/>
            <a:ext cx="12191695" cy="393192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CC33"/>
                </a:solidFill>
                <a:latin typeface="Calibri"/>
              </a:rPr>
              <a:t>3D TURBO 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66CCFF"/>
                </a:solidFill>
                <a:latin typeface="Calibri"/>
              </a:rPr>
              <a:t>CG Edition  -  C++17 / OpenGL racing game with a built-in Computer Graphics Learning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Author: Sami Khan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linkedin.com/in/samikhan07   |   github.com/samikhan7507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A playable 3D racing game in modern C++ and OpenGL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Curved highways, hairpins, mountains, rough terrain, traffic, obstacles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Realistic steering, collisions, nitro, upgrades, scoring, checkpoints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4 difficulty levels - 4 environments and weather types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Learning Mode wired to the game code: matrices, DDA, Bresenham, clipping, projection, animation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E8EEFF"/>
                </a:solidFill>
                <a:latin typeface="Calibri"/>
              </a:rPr>
              <a:t>• Free online / phone version + tested, documented 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math3d.hpp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1371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Mat3 / Mat4 from scratch: translate, rotate, scale, reflect, shear, perspective, lookAt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cg_algorithms.hpp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DDA, Bresenham, Cohen-Sutherland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game.hpp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Track, physics, traffic, SAT collisions, scoring (no OpenGL - testable headless)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learn_mode.hpp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7033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11 interactive CG pages using the same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Rendering, HUD, menus,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CC33"/>
                </a:solidFill>
                <a:latin typeface="Calibri"/>
              </a:rPr>
              <a:t>web/index.html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257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E8EEFF"/>
                </a:solidFill>
                <a:latin typeface="Calibri"/>
              </a:rPr>
              <a:t>JavaScript port for browsers and phones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Four difficulty levels</a:t>
            </a:r>
          </a:p>
        </p:txBody>
      </p:sp>
      <p:pic>
        <p:nvPicPr>
          <p:cNvPr id="3" name="Picture 2" descr="cpp_03_race_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023360" cy="2263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4630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EASY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Sunny Coastal Highway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Clear</a:t>
            </a:r>
          </a:p>
        </p:txBody>
      </p:sp>
      <p:pic>
        <p:nvPicPr>
          <p:cNvPr id="5" name="Picture 4" descr="cpp_04_race_med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4023360" cy="2263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32720" y="14630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MEDIUM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Misty Mountain Pass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Rain + fog</a:t>
            </a:r>
          </a:p>
        </p:txBody>
      </p:sp>
      <p:pic>
        <p:nvPicPr>
          <p:cNvPr id="7" name="Picture 6" descr="cpp_05_race_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4023360" cy="2263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42062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HARD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Night Storm Canyon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Heavy rain, night</a:t>
            </a:r>
          </a:p>
        </p:txBody>
      </p:sp>
      <p:pic>
        <p:nvPicPr>
          <p:cNvPr id="9" name="Picture 8" descr="cpp_06_race_extr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31920"/>
            <a:ext cx="4023360" cy="22631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32720" y="420624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EXTREME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Arctic Blizzard Ridge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E8EEFF"/>
                </a:solidFill>
                <a:latin typeface="Calibri"/>
              </a:rPr>
              <a:t>Snow blizzard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Gameplay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Bicycle-model steering, speed-sensitive, grip-limited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Slip / drift, handbrake, off-road drag, rough terrain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Oriented-box (SAT) collisions, damage, near-miss combos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Nitro gauge + pickups, FOV boost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Checkpoint arches add time; finish bonus; stars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Garage: Engine, Nitro, Tires, Handling (saved)</a:t>
            </a:r>
          </a:p>
        </p:txBody>
      </p:sp>
      <p:pic>
        <p:nvPicPr>
          <p:cNvPr id="4" name="Picture 3" descr="cpp_09_ga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CG theory running inside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Translate / Rotate /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Model matrix of every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90195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Left wheels = right wheels, scale(-1,1,1)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374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Shearing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2374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Body roll in corners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45536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Composite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1455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MVP = P*V*M; minimap T*S*R*T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6732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7673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Perspective, FOV grows with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Bresenham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9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Speedometer needle + ticks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1091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DDA + Clipping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0109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Minimap road, clipped to its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32704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CC33"/>
                </a:solidFill>
                <a:latin typeface="Calibri"/>
              </a:rPr>
              <a:t>Animation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63270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dt-based camera, wheels, flames, traffic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Live CG overlay  (press G in a race)</a:t>
            </a:r>
          </a:p>
        </p:txBody>
      </p:sp>
      <p:pic>
        <p:nvPicPr>
          <p:cNvPr id="3" name="Picture 2" descr="cpp_07_cg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89520" cy="42691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Real model matrix of the player car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FOV and projection element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List of algorithms used by the HUD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CG Learning Mode - 11 interactive pages</a:t>
            </a:r>
          </a:p>
        </p:txBody>
      </p:sp>
      <p:pic>
        <p:nvPicPr>
          <p:cNvPr id="3" name="Picture 2" descr="cpp_learn_06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240404"/>
          </a:xfrm>
          <a:prstGeom prst="rect">
            <a:avLst/>
          </a:prstGeom>
        </p:spPr>
      </p:pic>
      <p:pic>
        <p:nvPicPr>
          <p:cNvPr id="4" name="Picture 3" descr="cpp_learn_08_Bresenh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760720" cy="3240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66CCFF"/>
                </a:solidFill>
                <a:latin typeface="Calibri"/>
              </a:rPr>
              <a:t>Translation - Rotation - Scaling - Reflection - Shearing - Composite - DDA - Bresenham - Clipping - Projection -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8FA2CC"/>
                </a:solidFill>
                <a:latin typeface="Calibri"/>
              </a:rPr>
              <a:t>Each page: visual demo, live matrix/values, formula, and "where it is used in the game"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Clipping and projection demos</a:t>
            </a:r>
          </a:p>
        </p:txBody>
      </p:sp>
      <p:pic>
        <p:nvPicPr>
          <p:cNvPr id="3" name="Picture 2" descr="cpp_learn_09_Cl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760720" cy="3240404"/>
          </a:xfrm>
          <a:prstGeom prst="rect">
            <a:avLst/>
          </a:prstGeom>
        </p:spPr>
      </p:pic>
      <p:pic>
        <p:nvPicPr>
          <p:cNvPr id="4" name="Picture 3" descr="cpp_learn_10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760720" cy="3240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66CCFF"/>
                </a:solidFill>
                <a:latin typeface="Calibri"/>
              </a:rPr>
              <a:t>Cohen-Sutherland outcodes with 9 regions; perspective vs orthographic with the live projection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Online and phone version</a:t>
            </a:r>
          </a:p>
        </p:txBody>
      </p:sp>
      <p:pic>
        <p:nvPicPr>
          <p:cNvPr id="3" name="Picture 2" descr="web_mobile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2651760" cy="5303520"/>
          </a:xfrm>
          <a:prstGeom prst="rect">
            <a:avLst/>
          </a:prstGeom>
        </p:spPr>
      </p:pic>
      <p:pic>
        <p:nvPicPr>
          <p:cNvPr id="4" name="Picture 3" descr="web_mobile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188720"/>
            <a:ext cx="26517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Single HTML file, no dependencies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Touch controls, same difficulties, upgrades, Learning Mode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Free hosting: GitHub Pages workflow included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E8EEFF"/>
                </a:solidFill>
                <a:latin typeface="Calibri"/>
              </a:rPr>
              <a:t>• JavaScript re-implementation - NOT the C++ compiled to WebAssembly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35 / 35 headless checks pass (matrix identities, Bresenham vs DDA, clipping vs brute force, collisions, nitro, upgrades)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Autopilot races on all 4 difficulties - found and fixed 3 real bugs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Full game run end-to-end under Xvfb (Mesa software GL): 21 screenshots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Web: headless Chromium desktop + 390x780 touch, zero JS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8FA2CC"/>
                </a:solidFill>
                <a:latin typeface="Calibri"/>
              </a:rPr>
              <a:t>Autopilot: Easy finished (119 s, 4/4 checkpoints); harder levels demanding - difficulty not human-playtested.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CC33"/>
                </a:solidFill>
                <a:latin typeface="Calibri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C++ tested only on Linux (Mesa software rendering); Windows / macOS untested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Phone version tested by emulation only, not on a physical phone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C++ game does not run on phones; web port is a simplified JS re-implementation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Legacy fixed-function OpenGL via GLUT; no audio, no gamepad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E8EEFF"/>
                </a:solidFill>
                <a:latin typeface="Calibri"/>
              </a:rPr>
              <a:t>• Balance tuned with an autopilot, not human testers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000" b="1">
                <a:solidFill>
                  <a:srgbClr val="FFCC33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E8EEFF"/>
                </a:solidFill>
                <a:latin typeface="Calibri"/>
              </a:rPr>
              <a:t>Sami Khan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E8EEFF"/>
                </a:solidFill>
                <a:latin typeface="Calibri"/>
              </a:rPr>
              <a:t>linkedin.com/in/samikhan07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E8EEFF"/>
                </a:solidFill>
                <a:latin typeface="Calibri"/>
              </a:rPr>
              <a:t>github.com/samikhan7507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